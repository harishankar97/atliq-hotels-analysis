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actions, each tied to a finding from the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10515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Fill weekday rooms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weekday occupancy 51.8% vs weekend 74.0%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corporate tie-ups, midweek packages, and stay-more discounts on Sun–Thu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64008" cy="10515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Turn around weak brands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Seasons has 44.5% occupancy and a 2.30 rating; Grands rates 3.10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service and facility audit, staff training, guest-feedback follow-up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64008" cy="105156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Reduce cancellations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24.8% cancelled plus 5.0% no-show; ₹30 Cr gap between booked and realized revenue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deposits or tighter free-cancellation windows on peak 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88920"/>
            <a:ext cx="64008" cy="105156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Grow direct bookings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direct online and offline bring only ~15% of revenue; 41% sits in "others"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loyalty offers and a best-rate guarantee on the hotel website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lever: weekdays. Biggest risk: cancellations. Quickest win: fix Seasons and Grands.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90-day plan, in priority order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3716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to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offers and corporate partnerships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1–30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Seasons and Grands (service, rooms, reviews)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1–45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and occupancy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cancellation and deposit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30–60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Direct-booking loyalty and best-rate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30–90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revenue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dashboard refresh using the same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KPIs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two high-priority items; they need no new systems.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&amp;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targets for the next quarter, to be agreed with management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Hotels | Performance Analysis, May–Jul 2022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occupancy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51.8%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542032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1371600"/>
            <a:ext cx="64008" cy="14630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4912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24.8%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626864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371600"/>
            <a:ext cx="64008" cy="14630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9744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Atliq Seasons rating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2.30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09744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711696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1696" y="1371600"/>
            <a:ext cx="64008" cy="1463040"/>
          </a:xfrm>
          <a:prstGeom prst="rect">
            <a:avLst/>
          </a:prstGeom>
          <a:solidFill>
            <a:srgbClr val="13A8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94576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revenue share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~15%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94576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94576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targets with city managers and revenue team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weekday offers in Delhi and Mumbai, then scale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full month of August data and compare against these baselines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proposals for discussion, not forecasts from the data.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2026-10-02T08:39:31Z</dcterms:created>
  <dcterms:modified xsi:type="dcterms:W3CDTF">2026-10-02T08:39:31Z</dcterms:modified>
</cp:coreProperties>
</file>